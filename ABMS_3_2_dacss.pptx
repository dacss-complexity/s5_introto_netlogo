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3c898230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3c898230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3c898230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3c898230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3c898230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3c898230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3c898230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3c898230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33c898230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33c89823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3c898230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3c898230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3c898230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3c898230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3c898230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33c898230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3c898230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3c898230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3c898230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3c898230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33c898230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33c898230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hyperlink" Target="http://drive.google.com/file/d/16wwmImAPuz7RWacNRQTxUsW5_xmxPUDZ/view" TargetMode="External"/><Relationship Id="rId5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E1DNGK4_q_Nsd4xuBy6bE2GvxucIqqdW/view" TargetMode="External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BFI6J-ytLVrVmR_A8wVnqW_GyBrTRYNu/view" TargetMode="External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bIb_ISx4MuHJ-3cILVYaGFpzcqJAxFMl/view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Results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409350" y="3857650"/>
            <a:ext cx="3000000" cy="7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00"/>
                </a:solidFill>
              </a:rPr>
              <a:t>Use code:</a:t>
            </a:r>
            <a:endParaRPr b="1" sz="17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00"/>
                </a:solidFill>
              </a:rPr>
              <a:t>5_</a:t>
            </a:r>
            <a:r>
              <a:rPr b="1" lang="en" sz="1700">
                <a:solidFill>
                  <a:srgbClr val="FFFF00"/>
                </a:solidFill>
              </a:rPr>
              <a:t>DisplayResults.nlogox</a:t>
            </a:r>
            <a:endParaRPr b="1" sz="1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Monitor</a:t>
            </a:r>
            <a:endParaRPr b="1"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10625"/>
            <a:ext cx="4839431" cy="37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4225" y="1250625"/>
            <a:ext cx="3788675" cy="25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413750" y="3432125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14"/>
          <p:cNvCxnSpPr>
            <a:stCxn id="67" idx="0"/>
            <a:endCxn id="68" idx="2"/>
          </p:cNvCxnSpPr>
          <p:nvPr/>
        </p:nvCxnSpPr>
        <p:spPr>
          <a:xfrm rot="5400000">
            <a:off x="2593012" y="-928725"/>
            <a:ext cx="2266200" cy="6624900"/>
          </a:xfrm>
          <a:prstGeom prst="bentConnector4">
            <a:avLst>
              <a:gd fmla="val -10508" name="adj1"/>
              <a:gd fmla="val 10359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4"/>
          <p:cNvSpPr txBox="1"/>
          <p:nvPr/>
        </p:nvSpPr>
        <p:spPr>
          <a:xfrm>
            <a:off x="6135727" y="3912250"/>
            <a:ext cx="2082300" cy="800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can create several monitors</a:t>
            </a:r>
            <a:endParaRPr b="1"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084158" cy="20691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Output</a:t>
            </a:r>
            <a:endParaRPr b="1"/>
          </a:p>
        </p:txBody>
      </p:sp>
      <p:sp>
        <p:nvSpPr>
          <p:cNvPr id="77" name="Google Shape;77;p15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125" y="204475"/>
            <a:ext cx="3789413" cy="3780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5"/>
          <p:cNvCxnSpPr>
            <a:endCxn id="77" idx="4"/>
          </p:cNvCxnSpPr>
          <p:nvPr/>
        </p:nvCxnSpPr>
        <p:spPr>
          <a:xfrm rot="10800000">
            <a:off x="3953950" y="2656350"/>
            <a:ext cx="1208400" cy="512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 txBox="1"/>
          <p:nvPr/>
        </p:nvSpPr>
        <p:spPr>
          <a:xfrm>
            <a:off x="1552152" y="3831225"/>
            <a:ext cx="2082300" cy="1108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can have only ONE Output window</a:t>
            </a:r>
            <a:endParaRPr b="1"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3703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(lines and bars I)</a:t>
            </a:r>
            <a:endParaRPr b="1"/>
          </a:p>
        </p:txBody>
      </p:sp>
      <p:sp>
        <p:nvSpPr>
          <p:cNvPr id="86" name="Google Shape;86;p16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226" y="1210625"/>
            <a:ext cx="6177377" cy="366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00" y="1415950"/>
            <a:ext cx="1963300" cy="2766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6"/>
          <p:cNvCxnSpPr/>
          <p:nvPr/>
        </p:nvCxnSpPr>
        <p:spPr>
          <a:xfrm>
            <a:off x="1777175" y="3460350"/>
            <a:ext cx="1194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0" name="Google Shape;90;p16"/>
          <p:cNvPicPr preferRelativeResize="0"/>
          <p:nvPr/>
        </p:nvPicPr>
        <p:blipFill rotWithShape="1">
          <a:blip r:embed="rId5">
            <a:alphaModFix/>
          </a:blip>
          <a:srcRect b="71466" l="6967" r="47730" t="6306"/>
          <a:stretch/>
        </p:blipFill>
        <p:spPr>
          <a:xfrm>
            <a:off x="4257425" y="120250"/>
            <a:ext cx="2915175" cy="114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6"/>
          <p:cNvCxnSpPr/>
          <p:nvPr/>
        </p:nvCxnSpPr>
        <p:spPr>
          <a:xfrm rot="10800000">
            <a:off x="7256425" y="1153375"/>
            <a:ext cx="734100" cy="191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951" y="1535700"/>
            <a:ext cx="3781051" cy="22403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3982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(lines and bars II)</a:t>
            </a:r>
            <a:endParaRPr b="1"/>
          </a:p>
        </p:txBody>
      </p:sp>
      <p:pic>
        <p:nvPicPr>
          <p:cNvPr id="99" name="Google Shape;99;p17" title="ABM_plotting_LINES_BARS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342675"/>
            <a:ext cx="5428473" cy="28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(histogram I)</a:t>
            </a:r>
            <a:endParaRPr b="1"/>
          </a:p>
        </p:txBody>
      </p:sp>
      <p:sp>
        <p:nvSpPr>
          <p:cNvPr id="105" name="Google Shape;105;p18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900" y="958950"/>
            <a:ext cx="6276873" cy="398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(histogram II)</a:t>
            </a:r>
            <a:endParaRPr b="1"/>
          </a:p>
        </p:txBody>
      </p:sp>
      <p:sp>
        <p:nvSpPr>
          <p:cNvPr id="112" name="Google Shape;112;p19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9" title="ABM_histogram_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638" y="1058225"/>
            <a:ext cx="7314724" cy="385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(histogram III)</a:t>
            </a:r>
            <a:endParaRPr b="1"/>
          </a:p>
        </p:txBody>
      </p:sp>
      <p:sp>
        <p:nvSpPr>
          <p:cNvPr id="119" name="Google Shape;119;p20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 rotWithShape="1">
          <a:blip r:embed="rId3">
            <a:alphaModFix/>
          </a:blip>
          <a:srcRect b="36194" l="0" r="0" t="4868"/>
          <a:stretch/>
        </p:blipFill>
        <p:spPr>
          <a:xfrm>
            <a:off x="1577300" y="1058225"/>
            <a:ext cx="7347973" cy="376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(histogram IV)</a:t>
            </a:r>
            <a:endParaRPr b="1"/>
          </a:p>
        </p:txBody>
      </p:sp>
      <p:sp>
        <p:nvSpPr>
          <p:cNvPr id="126" name="Google Shape;126;p21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1" title="ABM_histogram_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1850" y="1187475"/>
            <a:ext cx="6728475" cy="35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(scatterplot I)</a:t>
            </a:r>
            <a:endParaRPr b="1"/>
          </a:p>
        </p:txBody>
      </p:sp>
      <p:sp>
        <p:nvSpPr>
          <p:cNvPr id="133" name="Google Shape;133;p22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300" y="1144075"/>
            <a:ext cx="6455152" cy="38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Plot (scatterplot II)</a:t>
            </a:r>
            <a:endParaRPr b="1"/>
          </a:p>
        </p:txBody>
      </p:sp>
      <p:sp>
        <p:nvSpPr>
          <p:cNvPr id="140" name="Google Shape;140;p23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3" title="ABM_scatterplot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9225" y="1141175"/>
            <a:ext cx="5326901" cy="378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