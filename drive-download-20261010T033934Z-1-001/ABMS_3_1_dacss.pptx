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Old Standard TT"/>
      <p:regular r:id="rId12"/>
      <p:bold r:id="rId13"/>
      <p: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OldStandardTT-bold.fntdata"/><Relationship Id="rId12" Type="http://schemas.openxmlformats.org/officeDocument/2006/relationships/font" Target="fonts/OldStandardT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OldStandardT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3290c0784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3290c0784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3290c0784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3290c0784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2fa89e81b8fcff3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2fa89e81b8fcff3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32bec1770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32bec1770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2fa89e81b8fcff3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2fa89e81b8fcff3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2bec1770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32bec1770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from Interface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5947000" y="4253700"/>
            <a:ext cx="2920500" cy="615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Use code: 4_</a:t>
            </a:r>
            <a:r>
              <a:rPr b="1" lang="en">
                <a:solidFill>
                  <a:srgbClr val="FF0000"/>
                </a:solidFill>
              </a:rPr>
              <a:t>controlFromInterface.nlogox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998775"/>
            <a:ext cx="3108825" cy="3609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Sliders</a:t>
            </a:r>
            <a:endParaRPr b="1"/>
          </a:p>
        </p:txBody>
      </p:sp>
      <p:sp>
        <p:nvSpPr>
          <p:cNvPr id="67" name="Google Shape;67;p14"/>
          <p:cNvSpPr/>
          <p:nvPr/>
        </p:nvSpPr>
        <p:spPr>
          <a:xfrm>
            <a:off x="1559225" y="1338887"/>
            <a:ext cx="255000" cy="191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68" name="Google Shape;68;p14"/>
          <p:cNvCxnSpPr/>
          <p:nvPr/>
        </p:nvCxnSpPr>
        <p:spPr>
          <a:xfrm flipH="1" rot="10800000">
            <a:off x="1343425" y="845525"/>
            <a:ext cx="3051900" cy="3126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9" name="Google Shape;6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0825" y="202225"/>
            <a:ext cx="4273950" cy="462132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2728424" y="2836708"/>
            <a:ext cx="140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All patches in radius 5 will have my color</a:t>
            </a:r>
            <a:endParaRPr sz="12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2352674" y="3809708"/>
            <a:ext cx="140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All patches in radius 4 will be white</a:t>
            </a:r>
            <a:endParaRPr sz="12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998775"/>
            <a:ext cx="3108825" cy="3609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Sliders</a:t>
            </a:r>
            <a:endParaRPr b="1"/>
          </a:p>
        </p:txBody>
      </p:sp>
      <p:sp>
        <p:nvSpPr>
          <p:cNvPr id="78" name="Google Shape;78;p15"/>
          <p:cNvSpPr/>
          <p:nvPr/>
        </p:nvSpPr>
        <p:spPr>
          <a:xfrm>
            <a:off x="1559225" y="1338887"/>
            <a:ext cx="255000" cy="191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9650" y="204625"/>
            <a:ext cx="4275124" cy="46225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5"/>
          <p:cNvCxnSpPr/>
          <p:nvPr/>
        </p:nvCxnSpPr>
        <p:spPr>
          <a:xfrm flipH="1" rot="10800000">
            <a:off x="775100" y="2192400"/>
            <a:ext cx="4029600" cy="858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Choosers</a:t>
            </a:r>
            <a:endParaRPr b="1"/>
          </a:p>
        </p:txBody>
      </p:sp>
      <p:sp>
        <p:nvSpPr>
          <p:cNvPr id="86" name="Google Shape;86;p16"/>
          <p:cNvSpPr/>
          <p:nvPr/>
        </p:nvSpPr>
        <p:spPr>
          <a:xfrm>
            <a:off x="2666075" y="1939487"/>
            <a:ext cx="255000" cy="191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7275" y="1210625"/>
            <a:ext cx="4914324" cy="330181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5134275" y="811425"/>
            <a:ext cx="2148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Just integers with no quotations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550" y="1510631"/>
            <a:ext cx="3772475" cy="24779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p16"/>
          <p:cNvCxnSpPr>
            <a:stCxn id="86" idx="0"/>
          </p:cNvCxnSpPr>
          <p:nvPr/>
        </p:nvCxnSpPr>
        <p:spPr>
          <a:xfrm flipH="1" rot="-5400000">
            <a:off x="3610175" y="1122887"/>
            <a:ext cx="59700" cy="1692900"/>
          </a:xfrm>
          <a:prstGeom prst="curvedConnector4">
            <a:avLst>
              <a:gd fmla="val -398869" name="adj1"/>
              <a:gd fmla="val 53766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89175" y="265825"/>
            <a:ext cx="950700" cy="119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Choosers</a:t>
            </a:r>
            <a:endParaRPr b="1"/>
          </a:p>
        </p:txBody>
      </p:sp>
      <p:sp>
        <p:nvSpPr>
          <p:cNvPr id="97" name="Google Shape;97;p17"/>
          <p:cNvSpPr/>
          <p:nvPr/>
        </p:nvSpPr>
        <p:spPr>
          <a:xfrm>
            <a:off x="2666075" y="1939487"/>
            <a:ext cx="255000" cy="191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50" y="1510631"/>
            <a:ext cx="3772475" cy="24779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" name="Google Shape;99;p17"/>
          <p:cNvCxnSpPr>
            <a:stCxn id="97" idx="0"/>
          </p:cNvCxnSpPr>
          <p:nvPr/>
        </p:nvCxnSpPr>
        <p:spPr>
          <a:xfrm flipH="1" rot="-5400000">
            <a:off x="3610175" y="1122887"/>
            <a:ext cx="59700" cy="1692900"/>
          </a:xfrm>
          <a:prstGeom prst="curvedConnector4">
            <a:avLst>
              <a:gd fmla="val -398869" name="adj1"/>
              <a:gd fmla="val 53766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00" name="Google Shape;10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9175" y="265825"/>
            <a:ext cx="950700" cy="119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3391" y="545675"/>
            <a:ext cx="4352726" cy="3631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Switches</a:t>
            </a:r>
            <a:endParaRPr b="1"/>
          </a:p>
        </p:txBody>
      </p:sp>
      <p:sp>
        <p:nvSpPr>
          <p:cNvPr id="107" name="Google Shape;107;p18"/>
          <p:cNvSpPr/>
          <p:nvPr/>
        </p:nvSpPr>
        <p:spPr>
          <a:xfrm>
            <a:off x="902725" y="2902051"/>
            <a:ext cx="255000" cy="166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4294250" y="3331176"/>
            <a:ext cx="255000" cy="166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1200" y="237425"/>
            <a:ext cx="950700" cy="119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050" y="1522000"/>
            <a:ext cx="3402950" cy="292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1425" y="784350"/>
            <a:ext cx="3496303" cy="37804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18"/>
          <p:cNvCxnSpPr>
            <a:stCxn id="107" idx="0"/>
          </p:cNvCxnSpPr>
          <p:nvPr/>
        </p:nvCxnSpPr>
        <p:spPr>
          <a:xfrm flipH="1" rot="-5400000">
            <a:off x="2999425" y="932851"/>
            <a:ext cx="159900" cy="4098300"/>
          </a:xfrm>
          <a:prstGeom prst="curvedConnector4">
            <a:avLst>
              <a:gd fmla="val -148921" name="adj1"/>
              <a:gd fmla="val 51556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