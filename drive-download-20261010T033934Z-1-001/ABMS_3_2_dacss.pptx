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ld Standard TT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italic.fntdata"/><Relationship Id="rId6" Type="http://schemas.openxmlformats.org/officeDocument/2006/relationships/slide" Target="slides/slide1.xml"/><Relationship Id="rId18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3c898230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3c898230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7dcec149f301e3a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7dcec149f301e3a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7dcec149f301e3a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7dcec149f301e3a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33c898230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33c898230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33c898230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33c898230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7dcec149f301e3a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7dcec149f301e3a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3c898230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33c898230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7dcec149f301e3a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7dcec149f301e3a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3c898230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33c898230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7dcec149f301e3a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7dcec149f301e3a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7dcec149f301e3a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h7dcec149f301e3a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hyperlink" Target="http://drive.google.com/file/d/11L_H39igcC2zubkf29jm3I9AGaS-W54C/view" TargetMode="External"/><Relationship Id="rId6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hyperlink" Target="http://drive.google.com/file/d/1r7QQ_3_9OHXG3pZQwhw5C9rmhYewMUNC/view" TargetMode="External"/><Relationship Id="rId5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hyperlink" Target="http://drive.google.com/file/d/1aSFXTQUfNITEthmJMqfqI3FiWcsGFeum/view" TargetMode="External"/><Relationship Id="rId5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Sq2Xu_brJIuNJAir5_M_QxPu6jPeZOL0/view" TargetMode="External"/><Relationship Id="rId5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Results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5409350" y="3857650"/>
            <a:ext cx="3000000" cy="7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00"/>
                </a:solidFill>
              </a:rPr>
              <a:t>Use code:</a:t>
            </a:r>
            <a:endParaRPr b="1" sz="17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00"/>
                </a:solidFill>
              </a:rPr>
              <a:t>5_</a:t>
            </a:r>
            <a:r>
              <a:rPr b="1" lang="en" sz="1700">
                <a:solidFill>
                  <a:srgbClr val="FFFF00"/>
                </a:solidFill>
              </a:rPr>
              <a:t>DisplayResults.nlogox</a:t>
            </a:r>
            <a:endParaRPr b="1" sz="1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Monitor</a:t>
            </a:r>
            <a:endParaRPr b="1"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250" y="406525"/>
            <a:ext cx="705250" cy="169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6300" y="1568400"/>
            <a:ext cx="3761551" cy="27318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6135727" y="3912250"/>
            <a:ext cx="2082300" cy="800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can create several monitors</a:t>
            </a:r>
            <a:endParaRPr b="1" sz="2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10625"/>
            <a:ext cx="2589475" cy="379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Monitor</a:t>
            </a:r>
            <a:endParaRPr b="1"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75" y="932325"/>
            <a:ext cx="2479899" cy="400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4250" y="406525"/>
            <a:ext cx="705250" cy="1698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6135727" y="3912250"/>
            <a:ext cx="2082300" cy="800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can create several monitors</a:t>
            </a:r>
            <a:endParaRPr b="1" sz="2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78" name="Google Shape;78;p15" title="monitor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1900" y="1210625"/>
            <a:ext cx="3627274" cy="254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50" y="1082775"/>
            <a:ext cx="3896425" cy="24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Output</a:t>
            </a:r>
            <a:endParaRPr b="1"/>
          </a:p>
        </p:txBody>
      </p:sp>
      <p:sp>
        <p:nvSpPr>
          <p:cNvPr id="85" name="Google Shape;85;p16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6"/>
          <p:cNvCxnSpPr>
            <a:endCxn id="85" idx="4"/>
          </p:cNvCxnSpPr>
          <p:nvPr/>
        </p:nvCxnSpPr>
        <p:spPr>
          <a:xfrm rot="10800000">
            <a:off x="3953950" y="2656350"/>
            <a:ext cx="1208400" cy="512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6"/>
          <p:cNvSpPr txBox="1"/>
          <p:nvPr/>
        </p:nvSpPr>
        <p:spPr>
          <a:xfrm>
            <a:off x="1552152" y="3831225"/>
            <a:ext cx="2082300" cy="1108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You can have only ONE Output window</a:t>
            </a:r>
            <a:endParaRPr b="1" sz="2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b="16687" l="0" r="0" t="0"/>
          <a:stretch/>
        </p:blipFill>
        <p:spPr>
          <a:xfrm>
            <a:off x="4675125" y="735250"/>
            <a:ext cx="4316477" cy="26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3703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LINES &amp; BARS</a:t>
            </a:r>
            <a:endParaRPr b="1"/>
          </a:p>
        </p:txBody>
      </p:sp>
      <p:sp>
        <p:nvSpPr>
          <p:cNvPr id="94" name="Google Shape;94;p17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8181" l="0" r="5285" t="0"/>
          <a:stretch/>
        </p:blipFill>
        <p:spPr>
          <a:xfrm>
            <a:off x="311698" y="981300"/>
            <a:ext cx="4685627" cy="34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5425" y="1223675"/>
            <a:ext cx="2626000" cy="11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7425" y="3356400"/>
            <a:ext cx="2592700" cy="997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7"/>
          <p:cNvCxnSpPr/>
          <p:nvPr/>
        </p:nvCxnSpPr>
        <p:spPr>
          <a:xfrm flipH="1" rot="10800000">
            <a:off x="4428225" y="1983125"/>
            <a:ext cx="870600" cy="7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/>
          <p:nvPr/>
        </p:nvCxnSpPr>
        <p:spPr>
          <a:xfrm>
            <a:off x="4470850" y="3127775"/>
            <a:ext cx="1059300" cy="43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37032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LINES &amp; BARS</a:t>
            </a:r>
            <a:endParaRPr b="1"/>
          </a:p>
        </p:txBody>
      </p:sp>
      <p:sp>
        <p:nvSpPr>
          <p:cNvPr id="105" name="Google Shape;105;p18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8181" l="0" r="5285" t="0"/>
          <a:stretch/>
        </p:blipFill>
        <p:spPr>
          <a:xfrm>
            <a:off x="311698" y="981300"/>
            <a:ext cx="4685627" cy="34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bar_lines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1874" y="1284750"/>
            <a:ext cx="3841875" cy="2733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HISTOGRAM</a:t>
            </a:r>
            <a:endParaRPr b="1"/>
          </a:p>
        </p:txBody>
      </p:sp>
      <p:sp>
        <p:nvSpPr>
          <p:cNvPr id="113" name="Google Shape;113;p19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898" y="1533275"/>
            <a:ext cx="3934376" cy="2382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10625"/>
            <a:ext cx="4519324" cy="377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HISTOGRAM</a:t>
            </a:r>
            <a:endParaRPr b="1"/>
          </a:p>
        </p:txBody>
      </p:sp>
      <p:sp>
        <p:nvSpPr>
          <p:cNvPr id="121" name="Google Shape;121;p20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519324" cy="377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title="histogram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7125" y="1551550"/>
            <a:ext cx="4571675" cy="251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SCATTER PLOT</a:t>
            </a:r>
            <a:endParaRPr b="1"/>
          </a:p>
        </p:txBody>
      </p:sp>
      <p:sp>
        <p:nvSpPr>
          <p:cNvPr id="129" name="Google Shape;129;p21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50" y="1168000"/>
            <a:ext cx="6103526" cy="329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3175" y="1474725"/>
            <a:ext cx="2784124" cy="18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SCATTER PLOT</a:t>
            </a:r>
            <a:endParaRPr b="1"/>
          </a:p>
        </p:txBody>
      </p:sp>
      <p:sp>
        <p:nvSpPr>
          <p:cNvPr id="137" name="Google Shape;137;p22"/>
          <p:cNvSpPr/>
          <p:nvPr/>
        </p:nvSpPr>
        <p:spPr>
          <a:xfrm>
            <a:off x="3892900" y="2487150"/>
            <a:ext cx="122100" cy="169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00" y="1477925"/>
            <a:ext cx="4527749" cy="244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 title="scatter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9149" y="1210625"/>
            <a:ext cx="4052452" cy="2732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2400"/>
            <a:ext cx="8839204" cy="407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