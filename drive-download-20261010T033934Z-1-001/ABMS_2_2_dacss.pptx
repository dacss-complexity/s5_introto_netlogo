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ld Standard TT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13" Type="http://schemas.openxmlformats.org/officeDocument/2006/relationships/font" Target="fonts/OldStandardTT-italic.fntdata"/><Relationship Id="rId12" Type="http://schemas.openxmlformats.org/officeDocument/2006/relationships/font" Target="fonts/OldStandardT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290c0784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290c0784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290c0784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290c0784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290c0784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290c0784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290c0784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290c0784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6c9a773f4822e99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6c9a773f4822e9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Z9phWoElAYkevzCWGz26QVC_Lm2-jQYJ/view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CrTnviqmJPtaaTH-GjDhSgWmx8MhdrKw/view" TargetMode="External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hyperlink" Target="http://drive.google.com/file/d/1IgYv1FuBBiYaIJghHi8DO6sjUk2BJwUX/view" TargetMode="External"/><Relationship Id="rId8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ly9H5DGI78kDj9LZehEeVr4xcDUBtJ7D/view" TargetMode="External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Agents in a World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6515350" y="4107200"/>
            <a:ext cx="23361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 code: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2_</a:t>
            </a:r>
            <a:r>
              <a:rPr b="1" lang="en"/>
              <a:t>agentsInWorld.nlogox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moving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495" y="1102850"/>
            <a:ext cx="4239506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775" y="1172963"/>
            <a:ext cx="27813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3222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Moving</a:t>
            </a:r>
            <a:endParaRPr b="1"/>
          </a:p>
        </p:txBody>
      </p:sp>
      <p:cxnSp>
        <p:nvCxnSpPr>
          <p:cNvPr id="68" name="Google Shape;68;p14"/>
          <p:cNvCxnSpPr/>
          <p:nvPr/>
        </p:nvCxnSpPr>
        <p:spPr>
          <a:xfrm flipH="1" rot="10800000">
            <a:off x="891325" y="2590200"/>
            <a:ext cx="1709400" cy="387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2266975" y="2050800"/>
            <a:ext cx="15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Button </a:t>
            </a:r>
            <a:endParaRPr b="1">
              <a:solidFill>
                <a:srgbClr val="98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 action</a:t>
            </a:r>
            <a:endParaRPr b="1">
              <a:solidFill>
                <a:srgbClr val="98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3481600" y="2621375"/>
            <a:ext cx="1390200" cy="291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1466775" y="1413225"/>
            <a:ext cx="3372900" cy="846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2" name="Google Shape;72;p14"/>
          <p:cNvSpPr/>
          <p:nvPr/>
        </p:nvSpPr>
        <p:spPr>
          <a:xfrm>
            <a:off x="2747425" y="3823825"/>
            <a:ext cx="1617000" cy="1058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790850" y="3950857"/>
            <a:ext cx="153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Action happens within the GO block</a:t>
            </a:r>
            <a:endParaRPr b="1" sz="1500">
              <a:solidFill>
                <a:srgbClr val="FFFF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50" y="1159075"/>
            <a:ext cx="3638025" cy="37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4407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Trajectories: random walk</a:t>
            </a:r>
            <a:endParaRPr b="1"/>
          </a:p>
        </p:txBody>
      </p:sp>
      <p:sp>
        <p:nvSpPr>
          <p:cNvPr id="80" name="Google Shape;80;p15"/>
          <p:cNvSpPr/>
          <p:nvPr/>
        </p:nvSpPr>
        <p:spPr>
          <a:xfrm>
            <a:off x="3995000" y="2044825"/>
            <a:ext cx="650100" cy="6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995000" y="2878225"/>
            <a:ext cx="1101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Agent walks following some random angle at each step.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2" name="Google Shape;82;p15" title="2_2_ABM_randomWalk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3600" y="755100"/>
            <a:ext cx="3743200" cy="292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4407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Neighbor Patches</a:t>
            </a:r>
            <a:endParaRPr b="1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00" y="1261950"/>
            <a:ext cx="2553050" cy="11920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300" y="3732225"/>
            <a:ext cx="780900" cy="6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00" y="2111300"/>
            <a:ext cx="2414750" cy="11393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0550" y="2941252"/>
            <a:ext cx="2553050" cy="181067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2" name="Google Shape;92;p16"/>
          <p:cNvCxnSpPr/>
          <p:nvPr/>
        </p:nvCxnSpPr>
        <p:spPr>
          <a:xfrm rot="10800000">
            <a:off x="597650" y="3083025"/>
            <a:ext cx="81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/>
          <p:nvPr/>
        </p:nvCxnSpPr>
        <p:spPr>
          <a:xfrm flipH="1" rot="10800000">
            <a:off x="922800" y="3313725"/>
            <a:ext cx="230700" cy="3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6"/>
          <p:cNvCxnSpPr>
            <a:stCxn id="89" idx="3"/>
            <a:endCxn id="91" idx="1"/>
          </p:cNvCxnSpPr>
          <p:nvPr/>
        </p:nvCxnSpPr>
        <p:spPr>
          <a:xfrm flipH="1" rot="10800000">
            <a:off x="996200" y="3846687"/>
            <a:ext cx="474300" cy="22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6"/>
          <p:cNvSpPr/>
          <p:nvPr/>
        </p:nvSpPr>
        <p:spPr>
          <a:xfrm>
            <a:off x="4718700" y="3513525"/>
            <a:ext cx="2045100" cy="8886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759450" y="1451700"/>
            <a:ext cx="32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16650" y="206130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978650" y="3280500"/>
            <a:ext cx="47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III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9" name="Google Shape;99;p16" title="2_2_ABM_neighborhoods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4425" y="711425"/>
            <a:ext cx="4386248" cy="21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05612" y="244125"/>
            <a:ext cx="4407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Neighbor Turtles</a:t>
            </a:r>
            <a:endParaRPr b="1"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24" y="1119307"/>
            <a:ext cx="4299424" cy="298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975" y="3628350"/>
            <a:ext cx="3801226" cy="11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2894075" y="1058225"/>
            <a:ext cx="1765500" cy="1262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Make changes to the turtles standing on the neighbor patches</a:t>
            </a:r>
            <a:endParaRPr b="1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(possibly none)</a:t>
            </a:r>
            <a:endParaRPr b="1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214350" y="4291125"/>
            <a:ext cx="1765500" cy="615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Make changes to </a:t>
            </a:r>
            <a:r>
              <a:rPr b="1" lang="en" u="sng">
                <a:solidFill>
                  <a:srgbClr val="00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 closest neighbors</a:t>
            </a:r>
            <a:endParaRPr b="1" u="sng">
              <a:solidFill>
                <a:srgbClr val="00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9" name="Google Shape;109;p17" title="neighborsTurtles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5012" y="152400"/>
            <a:ext cx="3935119" cy="3323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