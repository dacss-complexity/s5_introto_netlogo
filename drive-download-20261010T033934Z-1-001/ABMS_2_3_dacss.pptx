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Old Standard TT"/>
      <p:regular r:id="rId10"/>
      <p:bold r:id="rId11"/>
      <p: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2" Type="http://schemas.openxmlformats.org/officeDocument/2006/relationships/font" Target="fonts/OldStandardTT-italic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22cc45a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22cc45a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290c0784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290c0784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22cc45a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22cc45a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22cc45aa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22cc45aa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TAhciXr7BU7o-p5fE5z_ODgE7-1b8SYI/view" TargetMode="External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hyperlink" Target="http://drive.google.com/file/d/1TAhciXr7BU7o-p5fE5z_ODgE7-1b8SYI/view" TargetMode="External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hyperlink" Target="http://drive.google.com/file/d/1N7jaj4Lu1fxfpbKjYmDB8oipsQs7LoDd/view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of execution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571900" y="4221150"/>
            <a:ext cx="27096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Use code: 3_</a:t>
            </a:r>
            <a:r>
              <a:rPr b="1" lang="en">
                <a:solidFill>
                  <a:srgbClr val="FF0000"/>
                </a:solidFill>
              </a:rPr>
              <a:t>controlOfExecution.nlogox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011225" y="135775"/>
            <a:ext cx="2951400" cy="6132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endParaRPr b="1"/>
          </a:p>
        </p:txBody>
      </p:sp>
      <p:sp>
        <p:nvSpPr>
          <p:cNvPr id="66" name="Google Shape;66;p14"/>
          <p:cNvSpPr/>
          <p:nvPr/>
        </p:nvSpPr>
        <p:spPr>
          <a:xfrm rot="-1684722">
            <a:off x="3529540" y="1905610"/>
            <a:ext cx="650118" cy="6130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2025"/>
            <a:ext cx="2345325" cy="208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300" y="2704050"/>
            <a:ext cx="2642250" cy="22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647725" y="4257875"/>
            <a:ext cx="911400" cy="18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0" name="Google Shape;70;p14" title="ABM_control_IF_IFELSE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8098" y="152400"/>
            <a:ext cx="4553501" cy="362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228650" y="130325"/>
            <a:ext cx="2766600" cy="6132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IFELSE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246950" y="2044825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2025"/>
            <a:ext cx="2345325" cy="208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8100" y="2571750"/>
            <a:ext cx="2718849" cy="25364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1358475" y="3791275"/>
            <a:ext cx="309300" cy="84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0" name="Google Shape;80;p15" title="ABM_control_IF_IFELSE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9450" y="152400"/>
            <a:ext cx="3942149" cy="3142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1754900" y="130325"/>
            <a:ext cx="1605600" cy="613200"/>
          </a:xfrm>
          <a:prstGeom prst="rect">
            <a:avLst/>
          </a:prstGeom>
          <a:solidFill>
            <a:srgbClr val="0000FF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WITH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912375" y="1704375"/>
            <a:ext cx="13743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2025"/>
            <a:ext cx="1841601" cy="164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575" y="2317575"/>
            <a:ext cx="2288900" cy="27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1174000" y="4203625"/>
            <a:ext cx="444900" cy="15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0" name="Google Shape;90;p16" title="ABM_control_WITHWHILE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9075" y="152400"/>
            <a:ext cx="4552525" cy="362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