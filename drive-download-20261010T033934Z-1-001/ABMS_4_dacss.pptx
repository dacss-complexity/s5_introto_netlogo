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Old Standard TT"/>
      <p:regular r:id="rId13"/>
      <p:bold r:id="rId14"/>
      <p: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OldStandardTT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ldStandardTT-italic.fntdata"/><Relationship Id="rId14" Type="http://schemas.openxmlformats.org/officeDocument/2006/relationships/font" Target="fonts/OldStandardT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3290c0784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3290c0784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33e6f92b3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33e6f92b3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f6b0d389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f6b0d389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4f6b0d389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4f6b0d389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f6b0d38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f6b0d38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f6b0d389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f6b0d389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f6b0d389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f6b0d389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hyperlink" Target="http://drive.google.com/file/d/1XWGBpgv0ljtBEMIjdvTtZ1UxnFwh2xbj/view" TargetMode="External"/><Relationship Id="rId5" Type="http://schemas.openxmlformats.org/officeDocument/2006/relationships/image" Target="../media/image5.jp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hyperlink" Target="http://drive.google.com/file/d/1xW_evQU4M9WbMFh-OiDBtjfh--bC4ZrE/view" TargetMode="External"/><Relationship Id="rId5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Subroutines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5631300" y="4020375"/>
            <a:ext cx="3000000" cy="738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00"/>
                </a:solidFill>
              </a:rPr>
              <a:t>Use code: </a:t>
            </a:r>
            <a:r>
              <a:rPr b="1" lang="en" sz="1800">
                <a:solidFill>
                  <a:srgbClr val="FFFF00"/>
                </a:solidFill>
              </a:rPr>
              <a:t>subroutines.nlogox</a:t>
            </a:r>
            <a:endParaRPr b="1" sz="18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Set Up</a:t>
            </a:r>
            <a:endParaRPr b="1"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75" y="1551025"/>
            <a:ext cx="4651099" cy="2524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5075" y="1193224"/>
            <a:ext cx="4153374" cy="299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11947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 SubRoutines here….</a:t>
            </a:r>
            <a:endParaRPr b="1"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75" y="995450"/>
            <a:ext cx="2515950" cy="136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subRoutines_simple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141934"/>
            <a:ext cx="4419600" cy="3211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075" y="2647175"/>
            <a:ext cx="4284099" cy="178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295425" y="183875"/>
            <a:ext cx="44325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NOW!...with </a:t>
            </a:r>
            <a:r>
              <a:rPr b="1" lang="en"/>
              <a:t>SubRoutines</a:t>
            </a:r>
            <a:endParaRPr b="1"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75" y="995450"/>
            <a:ext cx="2515950" cy="13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/>
          <p:nvPr/>
        </p:nvSpPr>
        <p:spPr>
          <a:xfrm>
            <a:off x="2801075" y="2963125"/>
            <a:ext cx="436200" cy="55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34" y="2777900"/>
            <a:ext cx="2576724" cy="107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5075" y="2029325"/>
            <a:ext cx="5557898" cy="186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 rot="10800000">
            <a:off x="7535050" y="2400675"/>
            <a:ext cx="856500" cy="13149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295425" y="183875"/>
            <a:ext cx="44325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NOW!...with SubRoutines</a:t>
            </a:r>
            <a:endParaRPr b="1"/>
          </a:p>
        </p:txBody>
      </p:sp>
      <p:sp>
        <p:nvSpPr>
          <p:cNvPr id="91" name="Google Shape;91;p17"/>
          <p:cNvSpPr/>
          <p:nvPr/>
        </p:nvSpPr>
        <p:spPr>
          <a:xfrm>
            <a:off x="3461584" y="1275507"/>
            <a:ext cx="399300" cy="50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8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2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000" y="981577"/>
            <a:ext cx="2900350" cy="120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1900" y="813325"/>
            <a:ext cx="4279601" cy="143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0750" y="2467100"/>
            <a:ext cx="4677231" cy="259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216425"/>
            <a:ext cx="360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Using “Reporters”</a:t>
            </a:r>
            <a:endParaRPr b="1"/>
          </a:p>
        </p:txBody>
      </p:sp>
      <p:pic>
        <p:nvPicPr>
          <p:cNvPr id="100" name="Google Shape;100;p18"/>
          <p:cNvPicPr preferRelativeResize="0"/>
          <p:nvPr/>
        </p:nvPicPr>
        <p:blipFill rotWithShape="1">
          <a:blip r:embed="rId3">
            <a:alphaModFix/>
          </a:blip>
          <a:srcRect b="0" l="4735" r="0" t="0"/>
          <a:stretch/>
        </p:blipFill>
        <p:spPr>
          <a:xfrm>
            <a:off x="44375" y="1099600"/>
            <a:ext cx="4388599" cy="354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/>
          <p:nvPr/>
        </p:nvSpPr>
        <p:spPr>
          <a:xfrm>
            <a:off x="895100" y="3221625"/>
            <a:ext cx="216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NO REPORTER</a:t>
            </a:r>
            <a:endParaRPr sz="1800" u="sng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02" name="Google Shape;102;p18" title="subRoutines_plotNoreporter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39850" y="1744000"/>
            <a:ext cx="4727950" cy="221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216425"/>
            <a:ext cx="360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Using “Reporters”</a:t>
            </a:r>
            <a:endParaRPr b="1"/>
          </a:p>
        </p:txBody>
      </p:sp>
      <p:pic>
        <p:nvPicPr>
          <p:cNvPr id="108" name="Google Shape;108;p19"/>
          <p:cNvPicPr preferRelativeResize="0"/>
          <p:nvPr/>
        </p:nvPicPr>
        <p:blipFill rotWithShape="1">
          <a:blip r:embed="rId3">
            <a:alphaModFix/>
          </a:blip>
          <a:srcRect b="13778" l="0" r="0" t="0"/>
          <a:stretch/>
        </p:blipFill>
        <p:spPr>
          <a:xfrm>
            <a:off x="4198000" y="216425"/>
            <a:ext cx="4705350" cy="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 rotWithShape="1">
          <a:blip r:embed="rId4">
            <a:alphaModFix/>
          </a:blip>
          <a:srcRect b="7510" l="0" r="4898" t="0"/>
          <a:stretch/>
        </p:blipFill>
        <p:spPr>
          <a:xfrm>
            <a:off x="3817000" y="1016525"/>
            <a:ext cx="5269926" cy="3942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 rotWithShape="1">
          <a:blip r:embed="rId5">
            <a:alphaModFix/>
          </a:blip>
          <a:srcRect b="0" l="4735" r="0" t="0"/>
          <a:stretch/>
        </p:blipFill>
        <p:spPr>
          <a:xfrm>
            <a:off x="44375" y="1099600"/>
            <a:ext cx="4388599" cy="354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/>
        </p:nvSpPr>
        <p:spPr>
          <a:xfrm>
            <a:off x="895100" y="3221625"/>
            <a:ext cx="216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NO REPORTER</a:t>
            </a:r>
            <a:endParaRPr sz="1800" u="sng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3541850" y="462975"/>
            <a:ext cx="370500" cy="553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5370650" y="3593950"/>
            <a:ext cx="216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rgbClr val="38761D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with</a:t>
            </a:r>
            <a:r>
              <a:rPr lang="en" sz="1800" u="sng">
                <a:solidFill>
                  <a:srgbClr val="38761D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REPORTER</a:t>
            </a:r>
            <a:endParaRPr sz="1800" u="sng">
              <a:solidFill>
                <a:srgbClr val="38761D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